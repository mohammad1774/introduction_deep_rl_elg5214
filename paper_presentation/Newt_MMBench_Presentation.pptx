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Massively Multitask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Models for Continuous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Nicklas Hansen, Hao Su, Xiaolong Wang — UC San Diego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Preprint (arXiv: 2511.19584v2) — December 2025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7432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Names Here]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CSI5340 / ELG5214 — Winter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Paper?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37490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generalist agents rely on massive offline datasets of expert demonstrations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data availability and quality of demonstrations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RL research is stuck on single-task or narrow benchmarks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benchmark for massively multitask online RL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749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recipe: pretrain then RL — proven for games &amp; reasoning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apply this to continuous control at scale?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RL (world models) offers data efficiency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conditioning enables task generalization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Preliminaries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POMDP Formulation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 A, T, R, γ) — States, Actions, Transition dynamics, Reward, Discount factor.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expected return across all tasks simultaneously.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Self-Predictive World Models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1600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latent dynamics without decoding raw observations. Control-centric: predict return conditioned on action sequences. Key advantage: computationally cheap.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632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TD-MPC2 (Base Algorithm)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960" y="3657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RL: plans in latent space via trajectory optimization (CEM/MPPI). Combines joint-embedding prediction, reward prediction, and TD-learning. Shown to scale across single-task &amp; multitask offline RL.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54880" y="30632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657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Cloning (BC): supervised learning on demos.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RL: learning from live environment interaction.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(MPC): optimize actions using learned model.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conditioning: CLIP embeddings for task identity.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46888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MMBench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benchmark for massively multitask RL: 200 tasks, 10 domains, language instructions, demonstrations, and optional image observations.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46888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7764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 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Language-conditioned multitask world model. Pretrained on demos, then fine-tuned with online RL across all 200 tasks simultaneously.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46888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Results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PPO, FastTD3, TD-MPC2 baselines. Demonstrates few-shot transfer, open-loop control, and scaling benefits. 200+ checkpoints released.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MMBench: 200 Tasks Across 10 Domains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484632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DMControl (21)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Locomotion / 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Dense/Sparse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DMControl Ext. (16)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Extended locomotion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Dense/Sparse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Meta-World (49)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Tabletop manipulation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ManiSkill3 (36)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Robot manipulation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Dense/Sparse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MuJoCo (6)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Classic locomotion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Dense/Sparse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MiniArcade (19)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Arcade games (NEW)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Dense/Sparse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Box2D (8)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2D physics 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RoboDesk (6)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Desk manipulation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OGBench (12)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Goal navigation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Atari (27)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Arcade games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Sparse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017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146304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instructions for every task (CLIP-ViT/B encoded)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 expert demos per task (4,020 total)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RGB observations (optional)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state/action spaces via masking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environments, docker image, fast wrappers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new MiniArcade tasks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from paper shows visual overview of all 10 domains.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Newt: World Model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4231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Encoder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CLIP-ViT/B encodes task instructions → 512-d embedding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4231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43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Encoder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DINOv2/B encodes 224×224 RGB → 768-d embedding (optional, frozen)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051560"/>
            <a:ext cx="24231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10515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Encoder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h(s_state, x, g) → latent z. Simplicial embedding normalization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4231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46888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Latent Dynamics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d(z, a, g) → z'. Predicts next latent state given action + task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468880"/>
            <a:ext cx="24231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46888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&amp; Q-fn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R(z,a,g) → reward. Q(z,a,g) → return. Cross-entropy loss, log-transform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2468880"/>
            <a:ext cx="24231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246888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Prior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p(z, g) → action. Stochastic max-entropy policy + BC loss 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88620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Insight: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11680" y="3977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MLPs (no Transformers). Inputs fused via concatenation. 20M parameters default. Self-predictive (no decoder) → computationally cheap and control-centric.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Training: Two Key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 Loss  L(θ)  — Eq.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Self-prediction: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next-state prediction (MSE with stop-gradient to prevent collapse)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prediction: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 on discretized reward bins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prediction: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 on TD-targets. Q ensemble (min of random subset). Log-transformed values for multi-task scale.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weighting λᵗ discounts distant predictions.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Loss  Lp(θ)  — Eq.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BC: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‖p(z,g) − a‖² — imitates demo actions + distills planning into policy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 maximization: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actor-critic objective using learned Q-network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bonus: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H(p(·|z,g)) — encourages exploration (max-entropy framework)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term is critical — regularizes when Q-values are inaccurate.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Ways to Use Demonstrations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170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Model-Based Pretraining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ALL world model components on demos before any online RL. Q-value term disabled during this phase.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170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Constrained Planning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bias planner toward pretrained policy. Linearly anneal bias to zero during first 12% of training.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063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Oversampling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split: half from demo buffer, half from online buffer. Ensures demos remain available throughout 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63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Supervision (BC)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loss in policy objective (Eq. 3) provides direct action supervision even during RL updates.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tasks, 10 domains, 100M total env steps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 parameter agents (default)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observations: 128-d vectors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16-d vectors (masked for invalid dims)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CLIP-ViT/B (512-d)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DINOv2/B (768-d, optional)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buffer: 10M capacity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~4.6 days on 2× RTX 5090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(multitask) — supervised on demos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Single-task BC policies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— on-policy, clipped surrogate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FastTD3 — off-policy, parallel envs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TD-MPC2 — multitask, no demos/language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Single-task TD-MPC2 agents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pretraining only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 tasks)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transfer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(100k steps)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(unseen tasks)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7863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8346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 outperforms PPO, FastTD3, and TD-MPC2 in data efficiency and asymptotic performance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gains in DMControl, DMControl Ext., ManiSkill, and MiniArcade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 performance in MuJoCo, Box2D, and Atari — tasks too unique for cross-task transfer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finetuning: pretrained Newt reaches 0.868 at 100k steps vs 0.480 from scratch on 20 unseen tasks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control: plans up to 48 steps (16× training horizon) without environment feedback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Study: What Matters?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&amp; Batch Scaling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beneficial in multitask settings (unlike single-task). 20M params with batch 1024 is the sweet spot.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Instructions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improves score 0.371 → 0.438. Biggest impact where observations alone can't distinguish tasks (e.g., RoboDesk).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74320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usage mode helps individually, but all four combined yields the best result. Critical for hard exploration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(MPC)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outperforms policy-only in nearly all domains. Exception: MuJoCo, where policy prior is slightly better.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Figure 8 in paper for detailed ablation curves.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demonstrate online RL at 200-task scale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benchmark with diverse domains, demos, and language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use of demonstrations (4 complementary strategies)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open-source release (code, checkpoints, environments)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ablations and baselines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capabilities (open-loop control, transfer)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749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749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gap vs. single-task specialists (0.44 vs 0.80)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RL gains are marginal overall (+0.004)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 is a bottleneck (1 fixed instruction per task)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 uses raw RAM — limits cross-task transfer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MLP-only architecture may limit expressivity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curriculum or adaptive task sampling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Questions &amp; Future Directions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Architectures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MLPs with Transformers or Diffusion Policy for more expressive world models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Richer Language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processing, data augmentation, diverse instructions per task for better generalization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28803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17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 Training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960" y="3474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curricula, non-uniform task sampling, adaptive data collection based on task progress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28803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Environments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474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generation, real-world data integration, VLA fine-tuning with online RL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188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RL on 200+ continuous control tasks simultaneously is feasible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model recipe (pretrain + RL) extends to continuous control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560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 enable data-efficient multitask learning with emergent capabilities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2918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246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conditioning helps differentiate tasks and enables transfer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Demonstrations are essential — using them in 4 complementary ways yields best results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&amp; code: https://www.nicklashansen.com/NewtWM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2004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Names]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CSI5340 / ELG5214 — Winter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Massively Multitask World Models for Continuous Control</dc:title>
  <dc:subject>PptxGenJS Presentation</dc:subject>
  <dc:creator>CSI5340 / ELG5214</dc:creator>
  <cp:lastModifiedBy>CSI5340 / ELG5214</cp:lastModifiedBy>
  <cp:revision>1</cp:revision>
  <dcterms:created xsi:type="dcterms:W3CDTF">2026-03-15T06:47:23Z</dcterms:created>
  <dcterms:modified xsi:type="dcterms:W3CDTF">2026-03-15T06:47:23Z</dcterms:modified>
</cp:coreProperties>
</file>